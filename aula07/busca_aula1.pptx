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96" r:id="rId3"/>
    <p:sldId id="257" r:id="rId4"/>
    <p:sldId id="280" r:id="rId5"/>
    <p:sldId id="299" r:id="rId6"/>
    <p:sldId id="281" r:id="rId7"/>
    <p:sldId id="282" r:id="rId8"/>
    <p:sldId id="29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796" autoAdjust="0"/>
  </p:normalViewPr>
  <p:slideViewPr>
    <p:cSldViewPr snapToGrid="0">
      <p:cViewPr varScale="1">
        <p:scale>
          <a:sx n="80" d="100"/>
          <a:sy n="80" d="100"/>
        </p:scale>
        <p:origin x="11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03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98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50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1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54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20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21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5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98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48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73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4B435-AC8C-44AB-ABCE-B9B953C3D66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604A2-DB9A-4173-9EB9-263D4DC80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29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E4E4B-334B-4D1A-AC72-DED598BFA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383" y="113121"/>
            <a:ext cx="8738648" cy="1746746"/>
          </a:xfrm>
        </p:spPr>
        <p:txBody>
          <a:bodyPr>
            <a:normAutofit/>
          </a:bodyPr>
          <a:lstStyle/>
          <a:p>
            <a:r>
              <a:rPr 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CEUB - FATECS</a:t>
            </a:r>
            <a:br>
              <a:rPr 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D2A9AE-7078-45AB-9CDD-13BB28F56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256" y="1829826"/>
            <a:ext cx="6858000" cy="4915053"/>
          </a:xfrm>
        </p:spPr>
        <p:txBody>
          <a:bodyPr>
            <a:normAutofit lnSpcReduction="10000"/>
          </a:bodyPr>
          <a:lstStyle/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Algoritmos e Estrutura de Dados - AED</a:t>
            </a: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Algoritmos de busca - Search algorithms </a:t>
            </a: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Barbosa</a:t>
            </a:r>
          </a:p>
          <a:p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56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10B2D9F-6157-44EF-AAE5-BA9764A9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90" y="89426"/>
            <a:ext cx="7886700" cy="692999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 (Pesquisa)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21" y="848412"/>
            <a:ext cx="8165969" cy="6000161"/>
          </a:xfrm>
        </p:spPr>
        <p:txBody>
          <a:bodyPr>
            <a:noAutofit/>
          </a:bodyPr>
          <a:lstStyle/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 se um valor está em um conjunto de elementos (array).</a:t>
            </a:r>
          </a:p>
          <a:p>
            <a:pPr marL="0" indent="0">
              <a:buNone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o valor estiver no conjunto de elementos (array):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 dado será retornado para o usuário.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Toda busca usa como base uma chave específica.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Existem vários tipos de busca. 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busca depende de como os dados estão armazenados: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Dados estruturados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(array, lista, pilha, etc.).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Existe também a busca em dados não estruturados.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Dados ordenados.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Existem valores duplicados?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67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10B2D9F-6157-44EF-AAE5-BA9764A9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7391"/>
            <a:ext cx="7886700" cy="433166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Tipos de busca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81" y="1026930"/>
            <a:ext cx="7768269" cy="5750942"/>
          </a:xfrm>
        </p:spPr>
        <p:txBody>
          <a:bodyPr>
            <a:noAutofit/>
          </a:bodyPr>
          <a:lstStyle/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algorithms (algoritmos de busca)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 em dados armazenados em arrays: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Linear search (Busca linear ou sequencial):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a. Dados não ordenados;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b. Dados ordenados.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Binary search (Busca binária).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Dados ordenados.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161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10B2D9F-6157-44EF-AAE5-BA9764A9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6538"/>
            <a:ext cx="7886700" cy="433166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1a. Busca sequencial ou linear - não ordenada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3214"/>
            <a:ext cx="7886700" cy="5504978"/>
          </a:xfrm>
        </p:spPr>
        <p:txBody>
          <a:bodyPr>
            <a:noAutofit/>
          </a:bodyPr>
          <a:lstStyle/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Estratégia de busca mais simples. 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algoritmo percorre o array com os dados da primeira até a última posição.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dados não estão ordenados: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Por isso, precisa percorrer o array do início até o fim.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596A59-6B2F-4E53-A763-3BE52079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402" y="5089782"/>
            <a:ext cx="4869435" cy="153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7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10B2D9F-6157-44EF-AAE5-BA9764A9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9394"/>
            <a:ext cx="7886700" cy="433166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1a. Busca sequencial ou linear - não ordenada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03338"/>
            <a:ext cx="7886700" cy="5954662"/>
          </a:xfrm>
        </p:spPr>
        <p:txBody>
          <a:bodyPr>
            <a:noAutofit/>
          </a:bodyPr>
          <a:lstStyle/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cada posição do array, o algoritmo compara: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valor da posição atual do array é igual ao valor buscado: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 os valores forem iguais: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 valor existe e o algoritmo retorna a posição no array. 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 contrário: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busca continua com a próxima posição do array. </a:t>
            </a:r>
          </a:p>
          <a:p>
            <a:pPr marL="335756">
              <a:buFontTx/>
              <a:buChar char="-"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término do array, se não encontrar: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algoritmo retorna o valor -1,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Indicando que o valor buscado não existe no array.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A11192-0329-48EF-95CA-22512EF5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925" y="5410986"/>
            <a:ext cx="4449205" cy="140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7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3">
            <a:extLst>
              <a:ext uri="{FF2B5EF4-FFF2-40B4-BE49-F238E27FC236}">
                <a16:creationId xmlns:a16="http://schemas.microsoft.com/office/drawing/2014/main" id="{3C0F5D1A-94BA-4E3B-A496-E67AA026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9109"/>
            <a:ext cx="7886700" cy="433166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1a. Busca sequencial ou linear - não ordenada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6999"/>
            <a:ext cx="7886700" cy="4052974"/>
          </a:xfrm>
        </p:spPr>
        <p:txBody>
          <a:bodyPr>
            <a:normAutofit/>
          </a:bodyPr>
          <a:lstStyle/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70B483-C9B5-40F9-9895-3F2FE0C30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234" y="2186323"/>
            <a:ext cx="4869435" cy="153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5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3">
            <a:extLst>
              <a:ext uri="{FF2B5EF4-FFF2-40B4-BE49-F238E27FC236}">
                <a16:creationId xmlns:a16="http://schemas.microsoft.com/office/drawing/2014/main" id="{3262354A-BC91-47AB-8647-5D5B0A7E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97494"/>
            <a:ext cx="7886700" cy="433166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1a. Busca sequencial ou linear - não ordenada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6999"/>
            <a:ext cx="7886700" cy="4052974"/>
          </a:xfrm>
        </p:spPr>
        <p:txBody>
          <a:bodyPr>
            <a:normAutofit/>
          </a:bodyPr>
          <a:lstStyle/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A4EBD6-D77E-403B-A0B7-3C2E05019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85" y="3112485"/>
            <a:ext cx="7593318" cy="316635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D97F4D7-B32F-432B-9096-F1AE492DCC03}"/>
              </a:ext>
            </a:extLst>
          </p:cNvPr>
          <p:cNvSpPr/>
          <p:nvPr/>
        </p:nvSpPr>
        <p:spPr>
          <a:xfrm>
            <a:off x="697583" y="1482551"/>
            <a:ext cx="766399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Percorre o vetor e verifica se: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valor da pesquisa (54) é igual a um dos valores do vetor.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28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3">
            <a:extLst>
              <a:ext uri="{FF2B5EF4-FFF2-40B4-BE49-F238E27FC236}">
                <a16:creationId xmlns:a16="http://schemas.microsoft.com/office/drawing/2014/main" id="{B86D8DA9-0B5E-4B44-9184-4D44043A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800"/>
            <a:ext cx="7886700" cy="433166"/>
          </a:xfrm>
        </p:spPr>
        <p:txBody>
          <a:bodyPr>
            <a:normAutofit/>
          </a:bodyPr>
          <a:lstStyle/>
          <a:p>
            <a:pPr algn="ctr"/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1a. Busca sequencial ou linear - não ordenada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1A6DDD-EB06-4D4C-AA5B-A2075FB8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6999"/>
            <a:ext cx="7886700" cy="4052974"/>
          </a:xfrm>
        </p:spPr>
        <p:txBody>
          <a:bodyPr>
            <a:normAutofit/>
          </a:bodyPr>
          <a:lstStyle/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985D2A0E-14DB-42D3-8854-B086852A55D9}"/>
              </a:ext>
            </a:extLst>
          </p:cNvPr>
          <p:cNvSpPr txBox="1">
            <a:spLocks/>
          </p:cNvSpPr>
          <p:nvPr/>
        </p:nvSpPr>
        <p:spPr>
          <a:xfrm>
            <a:off x="628650" y="1362456"/>
            <a:ext cx="7886700" cy="463829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 um array com N elementos: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O(1), melhor caso: o elemento é o primeiro do array;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O(N), pior caso: o elemento é o último do array ou não existe.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Procurar por um valor em um array desordenado 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É uma tarefa bastante cara. </a:t>
            </a:r>
          </a:p>
          <a:p>
            <a:endParaRPr lang="pt-B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ordenamos o array segundo alguma ordem.</a:t>
            </a:r>
            <a:br>
              <a:rPr lang="pt-B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tarefa de busca se torna muito mais fácil.</a:t>
            </a:r>
          </a:p>
        </p:txBody>
      </p:sp>
    </p:spTree>
    <p:extLst>
      <p:ext uri="{BB962C8B-B14F-4D97-AF65-F5344CB8AC3E}">
        <p14:creationId xmlns:p14="http://schemas.microsoft.com/office/powerpoint/2010/main" val="2367207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22315</TotalTime>
  <Words>161</Words>
  <Application>Microsoft Office PowerPoint</Application>
  <PresentationFormat>Apresentação na tela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Tema do Office</vt:lpstr>
      <vt:lpstr>CEUB - FATECS   </vt:lpstr>
      <vt:lpstr>Busca (Pesquisa)</vt:lpstr>
      <vt:lpstr>Tipos de busca</vt:lpstr>
      <vt:lpstr>1a. Busca sequencial ou linear - não ordenada</vt:lpstr>
      <vt:lpstr>1a. Busca sequencial ou linear - não ordenada</vt:lpstr>
      <vt:lpstr>1a. Busca sequencial ou linear - não ordenada</vt:lpstr>
      <vt:lpstr>1a. Busca sequencial ou linear - não ordenada</vt:lpstr>
      <vt:lpstr>1a. Busca sequencial ou linear - não ordenada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CEUB</dc:title>
  <dc:creator>Admin</dc:creator>
  <cp:lastModifiedBy>Admin</cp:lastModifiedBy>
  <cp:revision>235</cp:revision>
  <dcterms:created xsi:type="dcterms:W3CDTF">2024-04-30T13:08:13Z</dcterms:created>
  <dcterms:modified xsi:type="dcterms:W3CDTF">2026-09-08T22:22:51Z</dcterms:modified>
</cp:coreProperties>
</file>